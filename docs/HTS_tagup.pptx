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Informal tag-up. Goal: honest technical picture and a go/no-go on next phase. Frame: we roughly doubled the current production approach and sit a few points under a frontier API model, on hardware we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 for the CTO: labels are CBP ground truth; the model never sees Gemini at inference. It's a standalone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meeting. Lucene 31.3 is the honest vs-gold number (the old 55% was agreement-with-Gemini, not correctness). We roughly doubled it. We're ~5 pts under Gemini overall but ahead on ambiguous multi-item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 #1 objection. Lead with data control — for this customer it often ends the debate by itself. Then cost/dependency. Then: we're close anyway.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you know exactly why you're behind and have a lever. This is what earns a 'go' — not hiding the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Reframe away from 'why not 71'. The product doesn't need to answer everything — it needs to know its confident slice. 34.9% at 78.5% precision, validated on held-out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what lets him trust slide 3. If he scrutinizes eval rigor, this is the payoff — invite him to open the code and the frozen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Pull this from the April architecture thread — GraphRAG design + the three Java eval files already exist. Answers 'is this deployable' before he 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decision, not a summary. The paths aren't mutually exclusive; ask which he wants to greenlight. Emphasize sunk work transfers to any path — low regret.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488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HTS Classifier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40080" y="3063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fine-tuned 3B model that classifies trade goods on our own hardware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794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review  </a:t>
            </a:r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go / no-go tag-up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8006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9834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66–69%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5532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accuracy, CLEAN-strict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48006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49834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71.1%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80560" y="5532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Flash, same exam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48006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49834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83880" y="5532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leaves our environment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standalone classifier — no API at inference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737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Fine-tuned Llama 3.2 3B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0" y="173736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CBP CROSS customs rulings (ground truth from the rulings themselves, not model guesses).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62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281635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on our GPU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2816352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is local. No description ever leaves the environment — the argument that matters for a CBP/DHS system.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41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389534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3895344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headings retrieved and put in the prompt; the model selects and justifies rather than recalls from memory.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502005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20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34440" y="497433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Calibrated to abstain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0" y="4974336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knows when it's unsure and defers those cases to a fallback, instead of guessing.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system, one leak-free exam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Lucene — today's production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166360" y="2020824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/>
        </p:spPr>
      </p:sp>
      <p:sp>
        <p:nvSpPr>
          <p:cNvPr id="6" name="Shape 4"/>
          <p:cNvSpPr/>
          <p:nvPr/>
        </p:nvSpPr>
        <p:spPr>
          <a:xfrm>
            <a:off x="5166360" y="2020824"/>
            <a:ext cx="2093217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369305" y="202082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31.3%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752344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pipeline (subject lines)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166360" y="2898648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5166360" y="2898648"/>
            <a:ext cx="3651427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927515" y="289864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54.6%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3B (closed-book)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166360" y="3776472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66360" y="3776472"/>
            <a:ext cx="4326874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9602962" y="377647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64.7%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4507992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 + retrieval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166360" y="4654296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5166360" y="4654296"/>
            <a:ext cx="4447251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9723339" y="465429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66.5%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" y="5385816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(frontier API)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166360" y="5532120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/>
        </p:spPr>
      </p:sp>
      <p:sp>
        <p:nvSpPr>
          <p:cNvPr id="22" name="Shape 20"/>
          <p:cNvSpPr/>
          <p:nvPr/>
        </p:nvSpPr>
        <p:spPr>
          <a:xfrm>
            <a:off x="5166360" y="5532120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E08E0B"/>
          </a:solidFill>
          <a:ln/>
        </p:spPr>
      </p:sp>
      <p:sp>
        <p:nvSpPr>
          <p:cNvPr id="23" name="Text 21"/>
          <p:cNvSpPr/>
          <p:nvPr/>
        </p:nvSpPr>
        <p:spPr>
          <a:xfrm>
            <a:off x="10030968" y="55321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8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71.1%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732520" y="1874520"/>
            <a:ext cx="2926080" cy="3977640"/>
          </a:xfrm>
          <a:prstGeom prst="roundRect">
            <a:avLst>
              <a:gd name="adj" fmla="val 2500"/>
            </a:avLst>
          </a:prstGeom>
          <a:solidFill>
            <a:srgbClr val="21295C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as: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61120" y="2514600"/>
            <a:ext cx="2514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2×
</a:t>
            </a:r>
            <a:endParaRPr lang="en-US" sz="3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current production approach
</a:t>
            </a:r>
            <a:endParaRPr lang="en-US" sz="3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 pts
</a:t>
            </a:r>
            <a:endParaRPr lang="en-US" sz="3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a frontier API — and we win on multi-item rulings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CLEAN-strict, 4-digit heading · frozen 347-item benchmark · same audit scores every row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OBVIOUS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"Why not just call Gemini?"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74720" cy="356616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402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control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CBP/DHS traffic, sending every description to an external API is the hard blocker. Our model keeps all data in-environment.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79392" y="1920240"/>
            <a:ext cx="3474720" cy="356616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22402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99432" y="29718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per-call cost / dependency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99432" y="365760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lock-in, no rate limits, no price changes, no outage risk on the critical path. Fixed cost on hardware we own.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10144" y="1920240"/>
            <a:ext cx="3474720" cy="356616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0184" y="22402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330184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30184" y="29718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already competitive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30184" y="365760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71.1% is Gemini's real score here — not the 85% folklore. We're within a few points, and ahead on the hardest (multi-item) cases.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remaining points are — and why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931920"/>
          </a:xfrm>
          <a:prstGeom prst="roundRect">
            <a:avLst>
              <a:gd name="adj" fmla="val 1395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031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is architectural, not a training failure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4-digit heading (what ships): </a:t>
            </a:r>
            <a:endParaRPr lang="en-US" sz="14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— a few points under Gemini.
</a:t>
            </a:r>
            <a:endParaRPr lang="en-US" sz="14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10-digit code: </a:t>
            </a:r>
            <a:endParaRPr lang="en-US" sz="14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E08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a 3B can't memorize ~19,000 leaf codes. That's a coverage problem, not reasoning.
</a:t>
            </a:r>
            <a:endParaRPr lang="en-US" sz="14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is the fix: </a:t>
            </a:r>
            <a:endParaRPr lang="en-US" sz="14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candidate codes in front of the model so it selects instead of recalls.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440680" cy="3931920"/>
          </a:xfrm>
          <a:prstGeom prst="roundRect">
            <a:avLst>
              <a:gd name="adj" fmla="val 1395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2148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ceiling, measured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37960" y="265176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~93%</a:t>
            </a:r>
            <a:endParaRPr lang="en-US" sz="7400" dirty="0"/>
          </a:p>
        </p:txBody>
      </p:sp>
      <p:sp>
        <p:nvSpPr>
          <p:cNvPr id="10" name="Text 8"/>
          <p:cNvSpPr/>
          <p:nvPr/>
        </p:nvSpPr>
        <p:spPr>
          <a:xfrm>
            <a:off x="6537960" y="38862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items have the correct heading among the retrieved candidates (recall@20).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37960" y="48006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room between 66% and 93% is what select-and-justify is designed to capture.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 THAT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isn't the ship gate — coverage 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auto-accepts what it's confident about and routes the rest to a fallback. The question isn't "how often is it right," it's "how much can it safely handle alone."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474720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0632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34.9%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traffic auto-accepted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7091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out-of-sample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79392" y="2788920"/>
            <a:ext cx="3474720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79392" y="30632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78.5%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553712" y="4160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on that slice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53712" y="47091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Gemini's overall accuracy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10144" y="2788920"/>
            <a:ext cx="3474720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0144" y="30632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~55%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8284464" y="4160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manual process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84464" y="47091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 we already clear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bar is 70% precision on auto-accepted items. We clear it with room, and the confident slice already beats the frontier model.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CAN TRUST THESE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measurement, not just the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737360"/>
          </a:xfrm>
          <a:prstGeom prst="roundRect">
            <a:avLst>
              <a:gd name="adj" fmla="val 3158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57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Frozen benchmark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347-item test set, versioned and hashed, never trained on. Every model — ours, Gemini, Lucene — scored on it.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49240" cy="1737360"/>
          </a:xfrm>
          <a:prstGeom prst="roundRect">
            <a:avLst>
              <a:gd name="adj" fmla="val 3158"/>
            </a:avLst>
          </a:prstGeom>
          <a:solidFill>
            <a:srgbClr val="F4F7FA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2057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Contamination engineered out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25603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and removed data leakage, near-duplicate collisions, and 'answer echo' in descriptions. Early numbers were inflated; these aren't.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349240" cy="1737360"/>
          </a:xfrm>
          <a:prstGeom prst="roundRect">
            <a:avLst>
              <a:gd name="adj" fmla="val 3158"/>
            </a:avLst>
          </a:prstGeom>
          <a:solidFill>
            <a:srgbClr val="F4F7F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023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scorer for all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452628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audit script grades every system. The Lucene, 3B, and Gemini numbers are directly comparable by construction.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200" y="3794760"/>
            <a:ext cx="5349240" cy="1737360"/>
          </a:xfrm>
          <a:prstGeom prst="roundRect">
            <a:avLst>
              <a:gd name="adj" fmla="val 3158"/>
            </a:avLst>
          </a:prstGeom>
          <a:solidFill>
            <a:srgbClr val="F4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4023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ceilings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92240" y="452628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model can't win (unwinnable items, retrieval misses) we measure and report it rather than hide it.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is designed, not just the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288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663440" y="18288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+ LangChain4j — fits the existing stack, no Python on the critical path.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8986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85292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 vs. defer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63440" y="2852928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handles the calibrated slice; ~5–10% of hard cases route to an LLM fallback.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9227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87705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 detection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63440" y="3877056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live signals — fallback rate, chapter distribution, embedding drift, confidence shift.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94690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90118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 without labels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63440" y="4901184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 + invariant tests keep scoring the system in production, no new ground truth needed.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already specced with working reference code — deployment is engineering, not research.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are, and what's next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18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Doubled the current production approach (31% → 66%)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990088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18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few points of a frontier API, ahead on hard cases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648456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18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validated, shippable auto-accept slice today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306824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18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 our hardware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for today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25146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the next phase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29400" y="289864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+ calibration to close the Gemini gap and grow the auto-accept slice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29400" y="36118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toward pilot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29400" y="399592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designed architecture on a shadow slice of real traffic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29400" y="47091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Bigger-model option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629400" y="509320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escalation card if we need to pass the frontier outright — same dataset, larger student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61264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built so far is model-agnostic capital — dataset, benchmark, pipeline carry forward regardless of the path chosen.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2026-07-29T21:32:15Z</dcterms:created>
  <dcterms:modified xsi:type="dcterms:W3CDTF">2026-07-29T21:32:15Z</dcterms:modified>
</cp:coreProperties>
</file>